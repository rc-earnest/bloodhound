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8872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BloodHound RCEV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2514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78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Remotely Controlled Electric Vehicle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3108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Noah Holloway &amp; Micah Spencer  |  ISU RCET Capstone  |  Spring 2026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0" y="3749040"/>
            <a:ext cx="2743200" cy="45720"/>
          </a:xfrm>
          <a:prstGeom prst="rect">
            <a:avLst/>
          </a:prstGeom>
          <a:solidFill>
            <a:srgbClr val="F78C6C"/>
          </a:solidFill>
          <a:ln w="12700">
            <a:solidFill>
              <a:srgbClr val="F78C6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023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30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[IMAGE: Bloodhound ATV photo]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78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320040" y="475488"/>
            <a:ext cx="54864" cy="658368"/>
          </a:xfrm>
          <a:prstGeom prst="rect">
            <a:avLst/>
          </a:prstGeom>
          <a:solidFill>
            <a:srgbClr val="F78C6C"/>
          </a:solidFill>
          <a:ln w="12700">
            <a:solidFill>
              <a:srgbClr val="F78C6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475488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Bloodhound?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11480" y="1234440"/>
            <a:ext cx="51206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repurposed Kawasaki 450 ATV frame converted into a remotely controlled electric vehicle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to operate in hazardous environments — without putting a human operator at risk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a 52V LiFePO4 battery with dual 48V brushless hub motors (front-wheel drive)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Steering is handled by a DOCYKE power steering servo mounted directly to the steering column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and tested in 8 weeks as an ISU RCET capstone project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5669280" y="1188720"/>
            <a:ext cx="32004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0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[IMAGE: Bloodhound frame/hardware photo from lab]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669280" y="1188720"/>
            <a:ext cx="3200400" cy="34747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0" y="1188720"/>
            <a:ext cx="32004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[IMAGE: Bloodhound frame/hardware photo]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78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320040" y="475488"/>
            <a:ext cx="54864" cy="658368"/>
          </a:xfrm>
          <a:prstGeom prst="rect">
            <a:avLst/>
          </a:prstGeom>
          <a:solidFill>
            <a:srgbClr val="79C0FF"/>
          </a:solidFill>
          <a:ln w="12700">
            <a:solidFill>
              <a:srgbClr val="79C0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475488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Overview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11480" y="123444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9C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Platform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" y="1600200"/>
            <a:ext cx="3931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Kawasaki 450 frame, suspension &amp; wheels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 48V brushless hub motors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 2-mode brushless speed controllers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DOCYKE S350 power steering servo (12–18 Nm torque)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800600" y="123444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8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800600" y="1600200"/>
            <a:ext cx="4023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52V LiFePO4 battery with BMS (30Ah)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DC/DC converter: 52V → 24V for servo &amp; boards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custom PCBs: URC, Master Main Board, Slave Dev Board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PIC16F1788 / PIC16LF1789 microcontrollers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526280" y="1234440"/>
            <a:ext cx="36576" cy="265176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3794760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0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[IMAGE: Photo of all 3 PCBs side by side, or mounted on vehicle panel]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78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320040" y="475488"/>
            <a:ext cx="54864" cy="658368"/>
          </a:xfrm>
          <a:prstGeom prst="rect">
            <a:avLst/>
          </a:prstGeom>
          <a:solidFill>
            <a:srgbClr val="F78C6C"/>
          </a:solidFill>
          <a:ln w="12700">
            <a:solidFill>
              <a:srgbClr val="F78C6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475488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Three-Board Architecture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0"/>
            <a:ext cx="2606040" cy="1371600"/>
          </a:xfrm>
          <a:prstGeom prst="rect">
            <a:avLst/>
          </a:prstGeom>
          <a:solidFill>
            <a:srgbClr val="161B22"/>
          </a:solidFill>
          <a:ln w="25400">
            <a:solidFill>
              <a:srgbClr val="F78C6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37160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78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URC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11480" y="178308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Remote Controller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PIC16LF1789 (44-pin)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1280160"/>
            <a:ext cx="2606040" cy="1371600"/>
          </a:xfrm>
          <a:prstGeom prst="rect">
            <a:avLst/>
          </a:prstGeom>
          <a:solidFill>
            <a:srgbClr val="161B22"/>
          </a:solidFill>
          <a:ln w="25400">
            <a:solidFill>
              <a:srgbClr val="79C0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0" y="137160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9C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383280" y="178308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Main Board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PIC16F1788 (28-pin)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355080" y="1280160"/>
            <a:ext cx="2606040" cy="1371600"/>
          </a:xfrm>
          <a:prstGeom prst="rect">
            <a:avLst/>
          </a:prstGeom>
          <a:solidFill>
            <a:srgbClr val="161B22"/>
          </a:solidFill>
          <a:ln w="25400">
            <a:solidFill>
              <a:srgbClr val="56D36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55080" y="137160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6D3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SLAVE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355080" y="178308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Slave Dev Board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PIC16F1788 (28-pin)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063240" y="1901952"/>
            <a:ext cx="320040" cy="73152"/>
          </a:xfrm>
          <a:prstGeom prst="rect">
            <a:avLst/>
          </a:prstGeom>
          <a:solidFill>
            <a:srgbClr val="F78C6C"/>
          </a:solidFill>
          <a:ln w="12700">
            <a:solidFill>
              <a:srgbClr val="F78C6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35040" y="1901952"/>
            <a:ext cx="320040" cy="73152"/>
          </a:xfrm>
          <a:prstGeom prst="rect">
            <a:avLst/>
          </a:prstGeom>
          <a:solidFill>
            <a:srgbClr val="79C0FF"/>
          </a:solidFill>
          <a:ln w="12700">
            <a:solidFill>
              <a:srgbClr val="79C0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71800" y="212140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78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UART  115,200 bps  Wireless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5943600" y="212140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9C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I2C  100 kHz  Wired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411480" y="288036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from Slave Board: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11480" y="3200400"/>
            <a:ext cx="2606040" cy="594360"/>
          </a:xfrm>
          <a:prstGeom prst="rect">
            <a:avLst/>
          </a:prstGeom>
          <a:solidFill>
            <a:srgbClr val="161B22"/>
          </a:solidFill>
          <a:ln w="19050">
            <a:solidFill>
              <a:srgbClr val="56D36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320040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6D3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PWM → Motor Controllers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46120" y="3200400"/>
            <a:ext cx="2606040" cy="594360"/>
          </a:xfrm>
          <a:prstGeom prst="rect">
            <a:avLst/>
          </a:prstGeom>
          <a:solidFill>
            <a:srgbClr val="161B22"/>
          </a:solidFill>
          <a:ln w="19050">
            <a:solidFill>
              <a:srgbClr val="F78C6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46120" y="320040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78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PWM → DOCYKE Servo (steering)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080760" y="3200400"/>
            <a:ext cx="2606040" cy="594360"/>
          </a:xfrm>
          <a:prstGeom prst="rect">
            <a:avLst/>
          </a:prstGeom>
          <a:solidFill>
            <a:srgbClr val="161B22"/>
          </a:solidFill>
          <a:ln w="19050">
            <a:solidFill>
              <a:srgbClr val="79C0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80760" y="320040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9C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Brake &amp; Direction signals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11480" y="397764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30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[IMAGE: Block diagram from report, or photo of wired boards together]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78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320040" y="475488"/>
            <a:ext cx="54864" cy="658368"/>
          </a:xfrm>
          <a:prstGeom prst="rect">
            <a:avLst/>
          </a:prstGeom>
          <a:solidFill>
            <a:srgbClr val="79C0FF"/>
          </a:solidFill>
          <a:ln w="12700">
            <a:solidFill>
              <a:srgbClr val="79C0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475488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Data Flows: URC → Master → Slave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11480" y="1188720"/>
            <a:ext cx="83210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Operator moves joystick on the URC</a:t>
            </a:r>
            <a:endParaRPr lang="en-US" sz="13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Joystick position captured as 0–255 analog value; packaged into a 6-byte UART packet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Packet travels over wireless UART at 115,200 bps to the Master board</a:t>
            </a:r>
            <a:endParaRPr lang="en-US" sz="13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includes: sync byte (0x24), robot address, command type, and 3 data bytes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Master decodes the packet and every 96ms sends I2C data to the Slave</a:t>
            </a:r>
            <a:endParaRPr lang="en-US" sz="13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I2C transaction: START → address (0x20) → 4 data bytes → ACK each → STOP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— Slave receives I2C bytes, interprets joystick values, and updates outputs</a:t>
            </a:r>
            <a:endParaRPr lang="en-US" sz="13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all 4 bytes arrive, I2C_RX_COMPLETE flag triggers motor and servo updates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78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DEEP DIVE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320040" y="475488"/>
            <a:ext cx="54864" cy="658368"/>
          </a:xfrm>
          <a:prstGeom prst="rect">
            <a:avLst/>
          </a:prstGeom>
          <a:solidFill>
            <a:srgbClr val="F78C6C"/>
          </a:solidFill>
          <a:ln w="12700">
            <a:solidFill>
              <a:srgbClr val="F78C6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475488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I2C Data Packets Explained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0"/>
            <a:ext cx="1965960" cy="1417320"/>
          </a:xfrm>
          <a:prstGeom prst="rect">
            <a:avLst/>
          </a:prstGeom>
          <a:solidFill>
            <a:srgbClr val="161B22"/>
          </a:solidFill>
          <a:ln w="19050">
            <a:solidFill>
              <a:srgbClr val="F78C6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98448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1480" y="1591056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JOY1_UD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938528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Throttle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(Joystick 1 Up/Down)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560320" y="1280160"/>
            <a:ext cx="1965960" cy="1417320"/>
          </a:xfrm>
          <a:prstGeom prst="rect">
            <a:avLst/>
          </a:prstGeom>
          <a:solidFill>
            <a:srgbClr val="161B22"/>
          </a:solidFill>
          <a:ln w="19050">
            <a:solidFill>
              <a:srgbClr val="F78C6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0" y="1298448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 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560320" y="1591056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JOY1_LR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560320" y="1938528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Unused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(future use)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09160" y="1280160"/>
            <a:ext cx="1965960" cy="1417320"/>
          </a:xfrm>
          <a:prstGeom prst="rect">
            <a:avLst/>
          </a:prstGeom>
          <a:solidFill>
            <a:srgbClr val="161B22"/>
          </a:solidFill>
          <a:ln w="19050">
            <a:solidFill>
              <a:srgbClr val="F78C6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1298448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 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09160" y="1591056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JOY2_UD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709160" y="1938528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Brake trigger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(Joystick 2 Up/Down)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858000" y="1280160"/>
            <a:ext cx="1965960" cy="1417320"/>
          </a:xfrm>
          <a:prstGeom prst="rect">
            <a:avLst/>
          </a:prstGeom>
          <a:solidFill>
            <a:srgbClr val="161B22"/>
          </a:solidFill>
          <a:ln w="19050">
            <a:solidFill>
              <a:srgbClr val="F78C6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0" y="1298448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 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858000" y="1591056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JOY2_LR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858000" y="1938528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Steering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(Joystick 2 Left/Right)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11480" y="283464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values are interpreted: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11480" y="3200400"/>
            <a:ext cx="8321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joystick axis arrives as a byte: 0 = full left/back, 128 = center, 255 = full right/forward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Slave compares values to thresholds (Upper: 160, Lower: 80) to determine direction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outside the deadband are mapped proportionally to motor duty cycle or servo position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78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 DEEP DIVE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320040" y="475488"/>
            <a:ext cx="54864" cy="658368"/>
          </a:xfrm>
          <a:prstGeom prst="rect">
            <a:avLst/>
          </a:prstGeom>
          <a:solidFill>
            <a:srgbClr val="56D364"/>
          </a:solidFill>
          <a:ln w="12700">
            <a:solidFill>
              <a:srgbClr val="56D36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475488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Slave Board: Data → Physical Action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11480" y="1188720"/>
            <a:ext cx="83210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b="1" dirty="0">
                <a:solidFill>
                  <a:srgbClr val="56D3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Timer 2 ISR fires every 0.1ms — the heartbeat of all output signals</a:t>
            </a:r>
            <a:endParaRPr lang="en-US" sz="135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PWM: counts ticks to generate precise pulse widths for servo and motor controllers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78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Servo (DOCYKE): 50Hz signal, 1.2ms = full right, 1.5ms = center, 1.9ms = full left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79C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controllers: PWM duty sets speed; separate direction and brake pins control mode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I2C packet triggers UPDATE_DRIVE_STATUS → threshold check → set motor duty + servo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78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I2C for ~260ms? → I2C_COM_TIMEOUT fires → brakes engage, all outputs go to stop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11480" y="452628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30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[IMAGE: Oscilloscope screenshot of PWM signal on RA4 (servo) or RA0 (motor)]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78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320040" y="475488"/>
            <a:ext cx="54864" cy="658368"/>
          </a:xfrm>
          <a:prstGeom prst="rect">
            <a:avLst/>
          </a:prstGeom>
          <a:solidFill>
            <a:srgbClr val="F78C6C"/>
          </a:solidFill>
          <a:ln w="12700">
            <a:solidFill>
              <a:srgbClr val="F78C6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475488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Safety: Two Watchdogs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4023360" cy="3200400"/>
          </a:xfrm>
          <a:prstGeom prst="rect">
            <a:avLst/>
          </a:prstGeom>
          <a:solidFill>
            <a:srgbClr val="161B22"/>
          </a:solidFill>
          <a:ln w="25400">
            <a:solidFill>
              <a:srgbClr val="F78C6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2588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8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UART Watchdog (Master)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37490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Timer 2 counts time between valid UART packets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packet in ~0.5 seconds → CONNECT_TIMEOUT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a controller disconnect routine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Protects against loss of wireless signal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663440" y="1234440"/>
            <a:ext cx="4023360" cy="3200400"/>
          </a:xfrm>
          <a:prstGeom prst="rect">
            <a:avLst/>
          </a:prstGeom>
          <a:solidFill>
            <a:srgbClr val="161B22"/>
          </a:solidFill>
          <a:ln w="25400">
            <a:solidFill>
              <a:srgbClr val="79C0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0600" y="132588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9C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I2C Watchdog (Slave)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00600" y="1783080"/>
            <a:ext cx="37490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Timer 1 counts time between I2C data packets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packet in ~260ms → I2C_COM_TIMEOUT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Immediately engages brakes and stops all motors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runaway if Master board fails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11480" y="461772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30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[IMAGE: Oscilloscope capture showing brake signal asserting after cable pull]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78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320040" y="475488"/>
            <a:ext cx="54864" cy="658368"/>
          </a:xfrm>
          <a:prstGeom prst="rect">
            <a:avLst/>
          </a:prstGeom>
          <a:solidFill>
            <a:srgbClr val="56D364"/>
          </a:solidFill>
          <a:ln w="12700">
            <a:solidFill>
              <a:srgbClr val="56D36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475488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Achieved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11480" y="1234440"/>
            <a:ext cx="83210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wireless UART communication between URC and Master board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I2C communication chain: Master → Slave, 4-byte packets at 96ms intervals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Joystick-controlled forward and reverse drive on both hub motors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Proportional steering via DOCYKE servo responding to joystick input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 braking — I2C timeout automatically engages brakes within 260ms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recovers automatically when connection is restored (no reboot needed)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RTK GPS module started — partially functional (requires further tuning)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11480" y="461772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30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[IMAGE: Bloodhound being driven in the lab — action shot if available]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78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320040" y="475488"/>
            <a:ext cx="54864" cy="658368"/>
          </a:xfrm>
          <a:prstGeom prst="rect">
            <a:avLst/>
          </a:prstGeom>
          <a:solidFill>
            <a:srgbClr val="F78C6C"/>
          </a:solidFill>
          <a:ln w="12700">
            <a:solidFill>
              <a:srgbClr val="F78C6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475488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Expansion &amp; Takeaways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11480" y="123444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9C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Additions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" y="1664208"/>
            <a:ext cx="39319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camera + backup camera (auto-switch on reverse)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Remotely-controlled headlights via button on URC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IMU / accelerometer for orientation data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LiDAR for obstacle detection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sensors: CO and CO2 detection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RTK GPS for precise positioning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26280" y="1234440"/>
            <a:ext cx="36576" cy="301752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09160" y="123444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8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09160" y="1664208"/>
            <a:ext cx="40233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architecture — adding new slave boards is simple by design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bugs (missing MOSFETs, wrong T2CON) can look like firmware issues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 matters — working code was lost to an external tool and had to be restored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troubleshooting procedure saved significant time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286000" y="4434840"/>
            <a:ext cx="4572000" cy="502920"/>
          </a:xfrm>
          <a:prstGeom prst="rect">
            <a:avLst/>
          </a:prstGeom>
          <a:solidFill>
            <a:srgbClr val="161B22"/>
          </a:solidFill>
          <a:ln w="19050">
            <a:solidFill>
              <a:srgbClr val="F78C6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0" y="443484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78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—  Questions?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Bloodhound RCEV</dc:title>
  <dc:subject>PptxGenJS Presentation</dc:subject>
  <dc:creator>PptxGenJS</dc:creator>
  <cp:lastModifiedBy>PptxGenJS</cp:lastModifiedBy>
  <cp:revision>1</cp:revision>
  <dcterms:created xsi:type="dcterms:W3CDTF">2026-05-05T00:43:32Z</dcterms:created>
  <dcterms:modified xsi:type="dcterms:W3CDTF">2026-05-05T00:43:32Z</dcterms:modified>
</cp:coreProperties>
</file>